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aleway"/>
      <p:regular r:id="rId31"/>
      <p:bold r:id="rId32"/>
      <p:italic r:id="rId33"/>
      <p:boldItalic r:id="rId34"/>
    </p:embeddedFont>
    <p:embeddedFont>
      <p:font typeface="Sora ExtraBold"/>
      <p:bold r:id="rId35"/>
    </p:embeddedFont>
    <p:embeddedFont>
      <p:font typeface="Sora"/>
      <p:regular r:id="rId36"/>
      <p:bold r:id="rId37"/>
    </p:embeddedFont>
    <p:embeddedFont>
      <p:font typeface="DM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italic.fntdata"/><Relationship Id="rId20" Type="http://schemas.openxmlformats.org/officeDocument/2006/relationships/slide" Target="slides/slide15.xml"/><Relationship Id="rId41" Type="http://schemas.openxmlformats.org/officeDocument/2006/relationships/font" Target="fonts/DM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italic.fntdata"/><Relationship Id="rId10" Type="http://schemas.openxmlformats.org/officeDocument/2006/relationships/slide" Target="slides/slide5.xml"/><Relationship Id="rId32" Type="http://schemas.openxmlformats.org/officeDocument/2006/relationships/font" Target="fonts/Raleway-bold.fntdata"/><Relationship Id="rId13" Type="http://schemas.openxmlformats.org/officeDocument/2006/relationships/slide" Target="slides/slide8.xml"/><Relationship Id="rId35" Type="http://schemas.openxmlformats.org/officeDocument/2006/relationships/font" Target="fonts/SoraExtraBold-bold.fntdata"/><Relationship Id="rId12" Type="http://schemas.openxmlformats.org/officeDocument/2006/relationships/slide" Target="slides/slide7.xml"/><Relationship Id="rId34" Type="http://schemas.openxmlformats.org/officeDocument/2006/relationships/font" Target="fonts/Raleway-boldItalic.fntdata"/><Relationship Id="rId15" Type="http://schemas.openxmlformats.org/officeDocument/2006/relationships/slide" Target="slides/slide10.xml"/><Relationship Id="rId37" Type="http://schemas.openxmlformats.org/officeDocument/2006/relationships/font" Target="fonts/Sora-bold.fntdata"/><Relationship Id="rId14" Type="http://schemas.openxmlformats.org/officeDocument/2006/relationships/slide" Target="slides/slide9.xml"/><Relationship Id="rId36" Type="http://schemas.openxmlformats.org/officeDocument/2006/relationships/font" Target="fonts/Sora-regular.fntdata"/><Relationship Id="rId17" Type="http://schemas.openxmlformats.org/officeDocument/2006/relationships/slide" Target="slides/slide12.xml"/><Relationship Id="rId39" Type="http://schemas.openxmlformats.org/officeDocument/2006/relationships/font" Target="fonts/DMSans-bold.fntdata"/><Relationship Id="rId16" Type="http://schemas.openxmlformats.org/officeDocument/2006/relationships/slide" Target="slides/slide11.xml"/><Relationship Id="rId38" Type="http://schemas.openxmlformats.org/officeDocument/2006/relationships/font" Target="fonts/DM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5cf487a3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b5cf487a3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0f9e629ec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0f9e629ec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1258269c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1258269c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11e7c571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11e7c571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85dc3cc1b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85dc3cc1b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1258269c9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1258269c9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8a89964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8a89964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85dc3cc1b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85dc3cc1b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1258269c9b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1258269c9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85dc3cc1b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85dc3cc1b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140bdeee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140bdeee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85dc3cc1b_4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f85dc3cc1b_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85dc3cc1b_4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85dc3cc1b_4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1e375b9f5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1e375b9f5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85dc3cc1b_4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85dc3cc1b_4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1e375b9f5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1e375b9f5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85dc3cc1b_4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85dc3cc1b_4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1258269c9b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1258269c9b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85dc3cc1b_4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f85dc3cc1b_4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0f9e629ec3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0f9e629ec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8af941e14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8af941e1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8af941e14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8af941e14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8af941e1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8af941e1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85dc3cc1b_4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85dc3cc1b_4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8af941e14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8af941e14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5100" y="662875"/>
            <a:ext cx="4367700" cy="237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903300" y="3192050"/>
            <a:ext cx="21795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b="50407" l="49290" r="0" t="0"/>
          <a:stretch/>
        </p:blipFill>
        <p:spPr>
          <a:xfrm>
            <a:off x="0" y="3884475"/>
            <a:ext cx="1287399" cy="1259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b="30149" l="0" r="45385" t="1329"/>
          <a:stretch/>
        </p:blipFill>
        <p:spPr>
          <a:xfrm>
            <a:off x="5042300" y="0"/>
            <a:ext cx="410169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715100" y="3060200"/>
            <a:ext cx="3684300" cy="15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5942325" y="3003950"/>
            <a:ext cx="2486700" cy="1776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12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20000" y="1152475"/>
            <a:ext cx="77040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5"/>
          <p:cNvGrpSpPr/>
          <p:nvPr/>
        </p:nvGrpSpPr>
        <p:grpSpPr>
          <a:xfrm>
            <a:off x="0" y="-40651"/>
            <a:ext cx="9144000" cy="5184153"/>
            <a:chOff x="0" y="-40651"/>
            <a:chExt cx="9144000" cy="5184153"/>
          </a:xfrm>
        </p:grpSpPr>
        <p:pic>
          <p:nvPicPr>
            <p:cNvPr id="25" name="Google Shape;25;p5"/>
            <p:cNvPicPr preferRelativeResize="0"/>
            <p:nvPr/>
          </p:nvPicPr>
          <p:blipFill rotWithShape="1">
            <a:blip r:embed="rId3">
              <a:alphaModFix/>
            </a:blip>
            <a:srcRect b="50407" l="49290" r="0" t="0"/>
            <a:stretch/>
          </p:blipFill>
          <p:spPr>
            <a:xfrm>
              <a:off x="0" y="4492075"/>
              <a:ext cx="666125" cy="6514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5"/>
            <p:cNvPicPr preferRelativeResize="0"/>
            <p:nvPr/>
          </p:nvPicPr>
          <p:blipFill rotWithShape="1">
            <a:blip r:embed="rId3">
              <a:alphaModFix/>
            </a:blip>
            <a:srcRect b="58311" l="49290" r="0" t="0"/>
            <a:stretch/>
          </p:blipFill>
          <p:spPr>
            <a:xfrm rot="10800000">
              <a:off x="7856601" y="-40651"/>
              <a:ext cx="1287399" cy="10583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" name="Google Shape;2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5532849" y="2421750"/>
            <a:ext cx="25056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2" type="subTitle"/>
          </p:nvPr>
        </p:nvSpPr>
        <p:spPr>
          <a:xfrm>
            <a:off x="2324975" y="2421750"/>
            <a:ext cx="25056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3" type="subTitle"/>
          </p:nvPr>
        </p:nvSpPr>
        <p:spPr>
          <a:xfrm>
            <a:off x="2324975" y="1876312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4" type="subTitle"/>
          </p:nvPr>
        </p:nvSpPr>
        <p:spPr>
          <a:xfrm>
            <a:off x="5532850" y="1876312"/>
            <a:ext cx="250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5" name="Google Shape;35;p6"/>
          <p:cNvGrpSpPr/>
          <p:nvPr/>
        </p:nvGrpSpPr>
        <p:grpSpPr>
          <a:xfrm>
            <a:off x="7537075" y="3936375"/>
            <a:ext cx="3018824" cy="2169150"/>
            <a:chOff x="7537075" y="3936375"/>
            <a:chExt cx="3018824" cy="2169150"/>
          </a:xfrm>
        </p:grpSpPr>
        <p:pic>
          <p:nvPicPr>
            <p:cNvPr id="36" name="Google Shape;36;p6"/>
            <p:cNvPicPr preferRelativeResize="0"/>
            <p:nvPr/>
          </p:nvPicPr>
          <p:blipFill rotWithShape="1">
            <a:blip r:embed="rId3">
              <a:alphaModFix/>
            </a:blip>
            <a:srcRect b="0" l="980" r="990" t="0"/>
            <a:stretch/>
          </p:blipFill>
          <p:spPr>
            <a:xfrm>
              <a:off x="8429450" y="3936375"/>
              <a:ext cx="2126449" cy="2169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6"/>
            <p:cNvPicPr preferRelativeResize="0"/>
            <p:nvPr/>
          </p:nvPicPr>
          <p:blipFill rotWithShape="1">
            <a:blip r:embed="rId4">
              <a:alphaModFix/>
            </a:blip>
            <a:srcRect b="0" l="-4606" r="49967" t="0"/>
            <a:stretch/>
          </p:blipFill>
          <p:spPr>
            <a:xfrm>
              <a:off x="7537075" y="3945900"/>
              <a:ext cx="892385" cy="16331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7"/>
          <p:cNvGrpSpPr/>
          <p:nvPr/>
        </p:nvGrpSpPr>
        <p:grpSpPr>
          <a:xfrm>
            <a:off x="-1034975" y="-205550"/>
            <a:ext cx="10530776" cy="6692800"/>
            <a:chOff x="-1034975" y="-205550"/>
            <a:chExt cx="10530776" cy="6692800"/>
          </a:xfrm>
        </p:grpSpPr>
        <p:pic>
          <p:nvPicPr>
            <p:cNvPr id="41" name="Google Shape;41;p7"/>
            <p:cNvPicPr preferRelativeResize="0"/>
            <p:nvPr/>
          </p:nvPicPr>
          <p:blipFill rotWithShape="1">
            <a:blip r:embed="rId3">
              <a:alphaModFix/>
            </a:blip>
            <a:srcRect b="0" l="980" r="990" t="0"/>
            <a:stretch/>
          </p:blipFill>
          <p:spPr>
            <a:xfrm>
              <a:off x="-1034975" y="4318100"/>
              <a:ext cx="2126449" cy="2169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7"/>
            <p:cNvPicPr preferRelativeResize="0"/>
            <p:nvPr/>
          </p:nvPicPr>
          <p:blipFill rotWithShape="1">
            <a:blip r:embed="rId4">
              <a:alphaModFix/>
            </a:blip>
            <a:srcRect b="0" l="0" r="59442" t="0"/>
            <a:stretch/>
          </p:blipFill>
          <p:spPr>
            <a:xfrm>
              <a:off x="7242975" y="-205550"/>
              <a:ext cx="2252826" cy="5554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7"/>
          <p:cNvSpPr txBox="1"/>
          <p:nvPr>
            <p:ph type="title"/>
          </p:nvPr>
        </p:nvSpPr>
        <p:spPr>
          <a:xfrm>
            <a:off x="720000" y="445025"/>
            <a:ext cx="40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720000" y="1840400"/>
            <a:ext cx="3298800" cy="17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5" name="Google Shape;45;p7"/>
          <p:cNvSpPr/>
          <p:nvPr>
            <p:ph idx="2" type="pic"/>
          </p:nvPr>
        </p:nvSpPr>
        <p:spPr>
          <a:xfrm>
            <a:off x="4733262" y="2560500"/>
            <a:ext cx="2728800" cy="2583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6" name="Google Shape;46;p7"/>
          <p:cNvSpPr/>
          <p:nvPr>
            <p:ph idx="3" type="pic"/>
          </p:nvPr>
        </p:nvSpPr>
        <p:spPr>
          <a:xfrm>
            <a:off x="4733262" y="-22500"/>
            <a:ext cx="2728800" cy="25830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50" name="Google Shape;50;p8"/>
          <p:cNvGrpSpPr/>
          <p:nvPr/>
        </p:nvGrpSpPr>
        <p:grpSpPr>
          <a:xfrm>
            <a:off x="-25852" y="0"/>
            <a:ext cx="2564777" cy="5210526"/>
            <a:chOff x="-25852" y="0"/>
            <a:chExt cx="2564777" cy="5210526"/>
          </a:xfrm>
        </p:grpSpPr>
        <p:pic>
          <p:nvPicPr>
            <p:cNvPr id="51" name="Google Shape;51;p8"/>
            <p:cNvPicPr preferRelativeResize="0"/>
            <p:nvPr/>
          </p:nvPicPr>
          <p:blipFill rotWithShape="1">
            <a:blip r:embed="rId3">
              <a:alphaModFix/>
            </a:blip>
            <a:srcRect b="49423" l="0" r="49880" t="0"/>
            <a:stretch/>
          </p:blipFill>
          <p:spPr>
            <a:xfrm flipH="1">
              <a:off x="-25852" y="2623675"/>
              <a:ext cx="2564777" cy="258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 rotWithShape="1">
            <a:blip r:embed="rId4">
              <a:alphaModFix/>
            </a:blip>
            <a:srcRect b="0" l="49290" r="0" t="0"/>
            <a:stretch/>
          </p:blipFill>
          <p:spPr>
            <a:xfrm flipH="1">
              <a:off x="-25849" y="0"/>
              <a:ext cx="1465089" cy="28889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57" name="Google Shape;57;p9"/>
          <p:cNvGrpSpPr/>
          <p:nvPr/>
        </p:nvGrpSpPr>
        <p:grpSpPr>
          <a:xfrm>
            <a:off x="7537075" y="3936375"/>
            <a:ext cx="3018824" cy="2169150"/>
            <a:chOff x="7537075" y="3936375"/>
            <a:chExt cx="3018824" cy="2169150"/>
          </a:xfrm>
        </p:grpSpPr>
        <p:pic>
          <p:nvPicPr>
            <p:cNvPr id="58" name="Google Shape;58;p9"/>
            <p:cNvPicPr preferRelativeResize="0"/>
            <p:nvPr/>
          </p:nvPicPr>
          <p:blipFill rotWithShape="1">
            <a:blip r:embed="rId3">
              <a:alphaModFix/>
            </a:blip>
            <a:srcRect b="0" l="980" r="990" t="0"/>
            <a:stretch/>
          </p:blipFill>
          <p:spPr>
            <a:xfrm>
              <a:off x="8429450" y="3936375"/>
              <a:ext cx="2126449" cy="2169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9"/>
            <p:cNvPicPr preferRelativeResize="0"/>
            <p:nvPr/>
          </p:nvPicPr>
          <p:blipFill rotWithShape="1">
            <a:blip r:embed="rId4">
              <a:alphaModFix/>
            </a:blip>
            <a:srcRect b="0" l="-4606" r="49967" t="0"/>
            <a:stretch/>
          </p:blipFill>
          <p:spPr>
            <a:xfrm>
              <a:off x="7537075" y="3945900"/>
              <a:ext cx="892385" cy="16331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>
            <p:ph idx="2" type="pic"/>
          </p:nvPr>
        </p:nvSpPr>
        <p:spPr>
          <a:xfrm>
            <a:off x="0" y="-690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0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 rotWithShape="1">
          <a:blip r:embed="rId3">
            <a:alphaModFix/>
          </a:blip>
          <a:srcRect b="30149" l="-8617" r="38785" t="1329"/>
          <a:stretch/>
        </p:blipFill>
        <p:spPr>
          <a:xfrm flipH="1">
            <a:off x="3" y="0"/>
            <a:ext cx="5244698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>
            <p:ph hasCustomPrompt="1" type="title"/>
          </p:nvPr>
        </p:nvSpPr>
        <p:spPr>
          <a:xfrm>
            <a:off x="715100" y="3138375"/>
            <a:ext cx="3440100" cy="113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/>
          <p:nvPr>
            <p:ph idx="1" type="subTitle"/>
          </p:nvPr>
        </p:nvSpPr>
        <p:spPr>
          <a:xfrm>
            <a:off x="4988775" y="3138375"/>
            <a:ext cx="3440100" cy="11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hasCustomPrompt="1" idx="2" type="title"/>
          </p:nvPr>
        </p:nvSpPr>
        <p:spPr>
          <a:xfrm>
            <a:off x="2151450" y="1557075"/>
            <a:ext cx="984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3135750" y="1557075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4" name="Google Shape;74;p13"/>
          <p:cNvSpPr txBox="1"/>
          <p:nvPr>
            <p:ph hasCustomPrompt="1" idx="3" type="title"/>
          </p:nvPr>
        </p:nvSpPr>
        <p:spPr>
          <a:xfrm>
            <a:off x="2151450" y="2166675"/>
            <a:ext cx="984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idx="4" type="subTitle"/>
          </p:nvPr>
        </p:nvSpPr>
        <p:spPr>
          <a:xfrm>
            <a:off x="3135750" y="2166675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hasCustomPrompt="1" idx="5" type="title"/>
          </p:nvPr>
        </p:nvSpPr>
        <p:spPr>
          <a:xfrm>
            <a:off x="2151450" y="2776275"/>
            <a:ext cx="984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/>
          <p:nvPr>
            <p:ph idx="6" type="subTitle"/>
          </p:nvPr>
        </p:nvSpPr>
        <p:spPr>
          <a:xfrm>
            <a:off x="3135750" y="2776275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hasCustomPrompt="1" idx="7" type="title"/>
          </p:nvPr>
        </p:nvSpPr>
        <p:spPr>
          <a:xfrm>
            <a:off x="2151450" y="3385875"/>
            <a:ext cx="984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idx="8" type="subTitle"/>
          </p:nvPr>
        </p:nvSpPr>
        <p:spPr>
          <a:xfrm>
            <a:off x="3135750" y="3385875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hasCustomPrompt="1" idx="9" type="title"/>
          </p:nvPr>
        </p:nvSpPr>
        <p:spPr>
          <a:xfrm>
            <a:off x="2151450" y="3995475"/>
            <a:ext cx="984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idx="13" type="subTitle"/>
          </p:nvPr>
        </p:nvSpPr>
        <p:spPr>
          <a:xfrm>
            <a:off x="3135750" y="3995475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58311" l="49290" r="0" t="0"/>
          <a:stretch/>
        </p:blipFill>
        <p:spPr>
          <a:xfrm rot="10800000">
            <a:off x="7856601" y="-40651"/>
            <a:ext cx="1287399" cy="105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86" name="Google Shape;86;p14"/>
          <p:cNvGrpSpPr/>
          <p:nvPr/>
        </p:nvGrpSpPr>
        <p:grpSpPr>
          <a:xfrm>
            <a:off x="-2" y="-11750"/>
            <a:ext cx="9164328" cy="5158026"/>
            <a:chOff x="-2" y="-11750"/>
            <a:chExt cx="9164328" cy="5158026"/>
          </a:xfrm>
        </p:grpSpPr>
        <p:pic>
          <p:nvPicPr>
            <p:cNvPr id="87" name="Google Shape;87;p14"/>
            <p:cNvPicPr preferRelativeResize="0"/>
            <p:nvPr/>
          </p:nvPicPr>
          <p:blipFill rotWithShape="1">
            <a:blip r:embed="rId3">
              <a:alphaModFix/>
            </a:blip>
            <a:srcRect b="58311" l="49290" r="0" t="0"/>
            <a:stretch/>
          </p:blipFill>
          <p:spPr>
            <a:xfrm flipH="1">
              <a:off x="7540574" y="3811376"/>
              <a:ext cx="1623752" cy="133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4"/>
            <p:cNvPicPr preferRelativeResize="0"/>
            <p:nvPr/>
          </p:nvPicPr>
          <p:blipFill rotWithShape="1">
            <a:blip r:embed="rId4">
              <a:alphaModFix/>
            </a:blip>
            <a:srcRect b="0" l="-991" r="47426" t="49151"/>
            <a:stretch/>
          </p:blipFill>
          <p:spPr>
            <a:xfrm>
              <a:off x="8319625" y="-11750"/>
              <a:ext cx="836123" cy="793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4"/>
            <p:cNvPicPr preferRelativeResize="0"/>
            <p:nvPr/>
          </p:nvPicPr>
          <p:blipFill rotWithShape="1">
            <a:blip r:embed="rId4">
              <a:alphaModFix/>
            </a:blip>
            <a:srcRect b="0" l="-991" r="47426" t="49151"/>
            <a:stretch/>
          </p:blipFill>
          <p:spPr>
            <a:xfrm rot="10800000">
              <a:off x="-2" y="4610202"/>
              <a:ext cx="564726" cy="5360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48862" t="0"/>
          <a:stretch/>
        </p:blipFill>
        <p:spPr>
          <a:xfrm flipH="1">
            <a:off x="-11760" y="1332373"/>
            <a:ext cx="770977" cy="150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6"/>
          <p:cNvGrpSpPr/>
          <p:nvPr/>
        </p:nvGrpSpPr>
        <p:grpSpPr>
          <a:xfrm>
            <a:off x="-69770" y="-15743"/>
            <a:ext cx="9234702" cy="5163130"/>
            <a:chOff x="-67178" y="-19631"/>
            <a:chExt cx="9234702" cy="5163130"/>
          </a:xfrm>
        </p:grpSpPr>
        <p:pic>
          <p:nvPicPr>
            <p:cNvPr id="97" name="Google Shape;97;p16"/>
            <p:cNvPicPr preferRelativeResize="0"/>
            <p:nvPr/>
          </p:nvPicPr>
          <p:blipFill rotWithShape="1">
            <a:blip r:embed="rId3">
              <a:alphaModFix/>
            </a:blip>
            <a:srcRect b="16192" l="-1401" r="88621" t="16199"/>
            <a:stretch/>
          </p:blipFill>
          <p:spPr>
            <a:xfrm>
              <a:off x="8557225" y="1916450"/>
              <a:ext cx="610299" cy="3227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6"/>
            <p:cNvPicPr preferRelativeResize="0"/>
            <p:nvPr/>
          </p:nvPicPr>
          <p:blipFill rotWithShape="1">
            <a:blip r:embed="rId4">
              <a:alphaModFix/>
            </a:blip>
            <a:srcRect b="0" l="0" r="59716" t="0"/>
            <a:stretch/>
          </p:blipFill>
          <p:spPr>
            <a:xfrm flipH="1">
              <a:off x="8" y="-19631"/>
              <a:ext cx="480748" cy="1193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6"/>
            <p:cNvPicPr preferRelativeResize="0"/>
            <p:nvPr/>
          </p:nvPicPr>
          <p:blipFill rotWithShape="1">
            <a:blip r:embed="rId3">
              <a:alphaModFix/>
            </a:blip>
            <a:srcRect b="62229" l="-3638" r="289" t="0"/>
            <a:stretch/>
          </p:blipFill>
          <p:spPr>
            <a:xfrm flipH="1" rot="10800000">
              <a:off x="-67178" y="-10168"/>
              <a:ext cx="1346852" cy="4920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" name="Google Shape;10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>
            <p:ph idx="1" type="subTitle"/>
          </p:nvPr>
        </p:nvSpPr>
        <p:spPr>
          <a:xfrm>
            <a:off x="2538925" y="1090475"/>
            <a:ext cx="5889900" cy="5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" name="Google Shape;104;p17"/>
          <p:cNvSpPr/>
          <p:nvPr>
            <p:ph idx="2" type="pic"/>
          </p:nvPr>
        </p:nvSpPr>
        <p:spPr>
          <a:xfrm>
            <a:off x="3314401" y="1768600"/>
            <a:ext cx="3370800" cy="337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5" name="Google Shape;105;p17"/>
          <p:cNvSpPr/>
          <p:nvPr>
            <p:ph idx="3" type="pic"/>
          </p:nvPr>
        </p:nvSpPr>
        <p:spPr>
          <a:xfrm>
            <a:off x="6672893" y="2673900"/>
            <a:ext cx="2471100" cy="2469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6" name="Google Shape;106;p17"/>
          <p:cNvSpPr txBox="1"/>
          <p:nvPr>
            <p:ph type="title"/>
          </p:nvPr>
        </p:nvSpPr>
        <p:spPr>
          <a:xfrm>
            <a:off x="2538925" y="445025"/>
            <a:ext cx="588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7" name="Google Shape;107;p17"/>
          <p:cNvGrpSpPr/>
          <p:nvPr/>
        </p:nvGrpSpPr>
        <p:grpSpPr>
          <a:xfrm>
            <a:off x="-25852" y="0"/>
            <a:ext cx="2564777" cy="5210526"/>
            <a:chOff x="-25852" y="0"/>
            <a:chExt cx="2564777" cy="5210526"/>
          </a:xfrm>
        </p:grpSpPr>
        <p:pic>
          <p:nvPicPr>
            <p:cNvPr id="108" name="Google Shape;108;p17"/>
            <p:cNvPicPr preferRelativeResize="0"/>
            <p:nvPr/>
          </p:nvPicPr>
          <p:blipFill rotWithShape="1">
            <a:blip r:embed="rId3">
              <a:alphaModFix/>
            </a:blip>
            <a:srcRect b="49423" l="0" r="49880" t="0"/>
            <a:stretch/>
          </p:blipFill>
          <p:spPr>
            <a:xfrm flipH="1">
              <a:off x="-25852" y="2623675"/>
              <a:ext cx="2564777" cy="258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7"/>
            <p:cNvPicPr preferRelativeResize="0"/>
            <p:nvPr/>
          </p:nvPicPr>
          <p:blipFill rotWithShape="1">
            <a:blip r:embed="rId4">
              <a:alphaModFix/>
            </a:blip>
            <a:srcRect b="0" l="49290" r="0" t="0"/>
            <a:stretch/>
          </p:blipFill>
          <p:spPr>
            <a:xfrm flipH="1">
              <a:off x="-25849" y="0"/>
              <a:ext cx="1465089" cy="28889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type="title"/>
          </p:nvPr>
        </p:nvSpPr>
        <p:spPr>
          <a:xfrm>
            <a:off x="2653900" y="445025"/>
            <a:ext cx="577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2730100" y="1077700"/>
            <a:ext cx="4776000" cy="35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F96"/>
              </a:buClr>
              <a:buSzPts val="1200"/>
              <a:buChar char="●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200"/>
              <a:buFont typeface="Roboto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200"/>
              <a:buFont typeface="Roboto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200"/>
              <a:buFont typeface="Roboto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200"/>
              <a:buFont typeface="Roboto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200"/>
              <a:buFont typeface="Roboto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200"/>
              <a:buFont typeface="Roboto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200"/>
              <a:buFont typeface="Roboto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200"/>
              <a:buFont typeface="Roboto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>
            <p:ph hasCustomPrompt="1" type="title"/>
          </p:nvPr>
        </p:nvSpPr>
        <p:spPr>
          <a:xfrm>
            <a:off x="996612" y="1905178"/>
            <a:ext cx="3211200" cy="720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19"/>
          <p:cNvSpPr txBox="1"/>
          <p:nvPr>
            <p:ph idx="1" type="subTitle"/>
          </p:nvPr>
        </p:nvSpPr>
        <p:spPr>
          <a:xfrm>
            <a:off x="996601" y="2625226"/>
            <a:ext cx="32112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9"/>
          <p:cNvSpPr txBox="1"/>
          <p:nvPr>
            <p:ph hasCustomPrompt="1" idx="2" type="title"/>
          </p:nvPr>
        </p:nvSpPr>
        <p:spPr>
          <a:xfrm>
            <a:off x="996612" y="3275356"/>
            <a:ext cx="3211200" cy="720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19"/>
          <p:cNvSpPr txBox="1"/>
          <p:nvPr>
            <p:ph idx="3" type="subTitle"/>
          </p:nvPr>
        </p:nvSpPr>
        <p:spPr>
          <a:xfrm>
            <a:off x="996601" y="3995400"/>
            <a:ext cx="32112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hasCustomPrompt="1" idx="4" type="title"/>
          </p:nvPr>
        </p:nvSpPr>
        <p:spPr>
          <a:xfrm>
            <a:off x="996612" y="535000"/>
            <a:ext cx="3211200" cy="720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19"/>
          <p:cNvSpPr txBox="1"/>
          <p:nvPr>
            <p:ph idx="5" type="subTitle"/>
          </p:nvPr>
        </p:nvSpPr>
        <p:spPr>
          <a:xfrm>
            <a:off x="996601" y="1255052"/>
            <a:ext cx="32112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9"/>
          <p:cNvSpPr/>
          <p:nvPr>
            <p:ph idx="6" type="pic"/>
          </p:nvPr>
        </p:nvSpPr>
        <p:spPr>
          <a:xfrm>
            <a:off x="5879239" y="0"/>
            <a:ext cx="3274200" cy="3275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9"/>
          <p:cNvSpPr/>
          <p:nvPr>
            <p:ph idx="7" type="pic"/>
          </p:nvPr>
        </p:nvSpPr>
        <p:spPr>
          <a:xfrm>
            <a:off x="4519981" y="2673100"/>
            <a:ext cx="2469600" cy="2470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 b="50879" l="47678" r="26" t="0"/>
          <a:stretch/>
        </p:blipFill>
        <p:spPr>
          <a:xfrm flipH="1" rot="10800000">
            <a:off x="-6625" y="2250"/>
            <a:ext cx="949598" cy="89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20"/>
          <p:cNvGrpSpPr/>
          <p:nvPr/>
        </p:nvGrpSpPr>
        <p:grpSpPr>
          <a:xfrm>
            <a:off x="-3448" y="0"/>
            <a:ext cx="9161546" cy="5146950"/>
            <a:chOff x="-3448" y="0"/>
            <a:chExt cx="9161546" cy="5146950"/>
          </a:xfrm>
        </p:grpSpPr>
        <p:pic>
          <p:nvPicPr>
            <p:cNvPr id="128" name="Google Shape;128;p20"/>
            <p:cNvPicPr preferRelativeResize="0"/>
            <p:nvPr/>
          </p:nvPicPr>
          <p:blipFill rotWithShape="1">
            <a:blip r:embed="rId3">
              <a:alphaModFix/>
            </a:blip>
            <a:srcRect b="49990" l="-3634" r="49879" t="0"/>
            <a:stretch/>
          </p:blipFill>
          <p:spPr>
            <a:xfrm flipH="1">
              <a:off x="-3448" y="4144049"/>
              <a:ext cx="1078548" cy="10029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20"/>
            <p:cNvPicPr preferRelativeResize="0"/>
            <p:nvPr/>
          </p:nvPicPr>
          <p:blipFill rotWithShape="1">
            <a:blip r:embed="rId3">
              <a:alphaModFix/>
            </a:blip>
            <a:srcRect b="49990" l="0" r="49880" t="0"/>
            <a:stretch/>
          </p:blipFill>
          <p:spPr>
            <a:xfrm flipH="1" rot="10800000">
              <a:off x="7630925" y="0"/>
              <a:ext cx="1527173" cy="1523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20"/>
          <p:cNvSpPr txBox="1"/>
          <p:nvPr>
            <p:ph type="title"/>
          </p:nvPr>
        </p:nvSpPr>
        <p:spPr>
          <a:xfrm>
            <a:off x="720000" y="445025"/>
            <a:ext cx="604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" type="subTitle"/>
          </p:nvPr>
        </p:nvSpPr>
        <p:spPr>
          <a:xfrm>
            <a:off x="2376900" y="1551173"/>
            <a:ext cx="43902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2" type="subTitle"/>
          </p:nvPr>
        </p:nvSpPr>
        <p:spPr>
          <a:xfrm>
            <a:off x="2376900" y="2757687"/>
            <a:ext cx="43902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3" type="subTitle"/>
          </p:nvPr>
        </p:nvSpPr>
        <p:spPr>
          <a:xfrm>
            <a:off x="2376900" y="3964400"/>
            <a:ext cx="43902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4" type="subTitle"/>
          </p:nvPr>
        </p:nvSpPr>
        <p:spPr>
          <a:xfrm>
            <a:off x="2376900" y="1182474"/>
            <a:ext cx="4390200" cy="3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5" name="Google Shape;135;p20"/>
          <p:cNvSpPr txBox="1"/>
          <p:nvPr>
            <p:ph idx="5" type="subTitle"/>
          </p:nvPr>
        </p:nvSpPr>
        <p:spPr>
          <a:xfrm>
            <a:off x="2376900" y="2389089"/>
            <a:ext cx="4390200" cy="3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6" name="Google Shape;136;p20"/>
          <p:cNvSpPr txBox="1"/>
          <p:nvPr>
            <p:ph idx="6" type="subTitle"/>
          </p:nvPr>
        </p:nvSpPr>
        <p:spPr>
          <a:xfrm>
            <a:off x="2376900" y="3595700"/>
            <a:ext cx="4390200" cy="3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21"/>
          <p:cNvGrpSpPr/>
          <p:nvPr/>
        </p:nvGrpSpPr>
        <p:grpSpPr>
          <a:xfrm>
            <a:off x="7791601" y="0"/>
            <a:ext cx="1342827" cy="5160725"/>
            <a:chOff x="7791601" y="0"/>
            <a:chExt cx="1342827" cy="5160725"/>
          </a:xfrm>
        </p:grpSpPr>
        <p:pic>
          <p:nvPicPr>
            <p:cNvPr id="140" name="Google Shape;140;p21"/>
            <p:cNvPicPr preferRelativeResize="0"/>
            <p:nvPr/>
          </p:nvPicPr>
          <p:blipFill rotWithShape="1">
            <a:blip r:embed="rId3">
              <a:alphaModFix/>
            </a:blip>
            <a:srcRect b="0" l="49860" r="0" t="49932"/>
            <a:stretch/>
          </p:blipFill>
          <p:spPr>
            <a:xfrm rot="10800000">
              <a:off x="7791601" y="3819976"/>
              <a:ext cx="1342827" cy="1340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21"/>
            <p:cNvPicPr preferRelativeResize="0"/>
            <p:nvPr/>
          </p:nvPicPr>
          <p:blipFill rotWithShape="1">
            <a:blip r:embed="rId4">
              <a:alphaModFix/>
            </a:blip>
            <a:srcRect b="0" l="50600" r="0" t="50197"/>
            <a:stretch/>
          </p:blipFill>
          <p:spPr>
            <a:xfrm flipH="1">
              <a:off x="8331551" y="0"/>
              <a:ext cx="802874" cy="8093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2" name="Google Shape;142;p21"/>
          <p:cNvSpPr txBox="1"/>
          <p:nvPr>
            <p:ph type="title"/>
          </p:nvPr>
        </p:nvSpPr>
        <p:spPr>
          <a:xfrm>
            <a:off x="720000" y="445025"/>
            <a:ext cx="630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" type="subTitle"/>
          </p:nvPr>
        </p:nvSpPr>
        <p:spPr>
          <a:xfrm>
            <a:off x="2117981" y="1642852"/>
            <a:ext cx="36564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b="1" sz="18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2" type="subTitle"/>
          </p:nvPr>
        </p:nvSpPr>
        <p:spPr>
          <a:xfrm>
            <a:off x="2117981" y="2862401"/>
            <a:ext cx="36564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b="1" sz="18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3" type="subTitle"/>
          </p:nvPr>
        </p:nvSpPr>
        <p:spPr>
          <a:xfrm>
            <a:off x="2117981" y="4074450"/>
            <a:ext cx="36564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b="1" sz="18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6" name="Google Shape;146;p21"/>
          <p:cNvSpPr txBox="1"/>
          <p:nvPr>
            <p:ph idx="4" type="subTitle"/>
          </p:nvPr>
        </p:nvSpPr>
        <p:spPr>
          <a:xfrm>
            <a:off x="2117981" y="1245475"/>
            <a:ext cx="36564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5" type="subTitle"/>
          </p:nvPr>
        </p:nvSpPr>
        <p:spPr>
          <a:xfrm>
            <a:off x="2117981" y="2465029"/>
            <a:ext cx="36564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8" name="Google Shape;148;p21"/>
          <p:cNvSpPr txBox="1"/>
          <p:nvPr>
            <p:ph idx="6" type="subTitle"/>
          </p:nvPr>
        </p:nvSpPr>
        <p:spPr>
          <a:xfrm>
            <a:off x="2117981" y="3677082"/>
            <a:ext cx="36564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2" name="Google Shape;152;p22"/>
          <p:cNvSpPr txBox="1"/>
          <p:nvPr>
            <p:ph idx="1" type="subTitle"/>
          </p:nvPr>
        </p:nvSpPr>
        <p:spPr>
          <a:xfrm>
            <a:off x="2286175" y="1368099"/>
            <a:ext cx="2967000" cy="41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3" name="Google Shape;153;p22"/>
          <p:cNvSpPr txBox="1"/>
          <p:nvPr>
            <p:ph idx="2" type="subTitle"/>
          </p:nvPr>
        </p:nvSpPr>
        <p:spPr>
          <a:xfrm>
            <a:off x="2286175" y="1770978"/>
            <a:ext cx="2967000" cy="84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22"/>
          <p:cNvSpPr txBox="1"/>
          <p:nvPr>
            <p:ph idx="3" type="subTitle"/>
          </p:nvPr>
        </p:nvSpPr>
        <p:spPr>
          <a:xfrm>
            <a:off x="5457000" y="1770978"/>
            <a:ext cx="2967000" cy="84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2"/>
          <p:cNvSpPr txBox="1"/>
          <p:nvPr>
            <p:ph idx="4" type="subTitle"/>
          </p:nvPr>
        </p:nvSpPr>
        <p:spPr>
          <a:xfrm>
            <a:off x="2286175" y="3433376"/>
            <a:ext cx="2967000" cy="84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idx="5" type="subTitle"/>
          </p:nvPr>
        </p:nvSpPr>
        <p:spPr>
          <a:xfrm>
            <a:off x="5457000" y="3433376"/>
            <a:ext cx="2967000" cy="84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7" name="Google Shape;157;p22"/>
          <p:cNvSpPr txBox="1"/>
          <p:nvPr>
            <p:ph idx="6" type="subTitle"/>
          </p:nvPr>
        </p:nvSpPr>
        <p:spPr>
          <a:xfrm>
            <a:off x="2286175" y="3030552"/>
            <a:ext cx="2967000" cy="41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8" name="Google Shape;158;p22"/>
          <p:cNvSpPr txBox="1"/>
          <p:nvPr>
            <p:ph idx="7" type="subTitle"/>
          </p:nvPr>
        </p:nvSpPr>
        <p:spPr>
          <a:xfrm>
            <a:off x="5457000" y="1368099"/>
            <a:ext cx="2967000" cy="41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9" name="Google Shape;159;p22"/>
          <p:cNvSpPr txBox="1"/>
          <p:nvPr>
            <p:ph idx="8" type="subTitle"/>
          </p:nvPr>
        </p:nvSpPr>
        <p:spPr>
          <a:xfrm>
            <a:off x="5457000" y="3030552"/>
            <a:ext cx="2967000" cy="41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60" name="Google Shape;160;p22"/>
          <p:cNvGrpSpPr/>
          <p:nvPr/>
        </p:nvGrpSpPr>
        <p:grpSpPr>
          <a:xfrm>
            <a:off x="1064413" y="4502680"/>
            <a:ext cx="8082762" cy="651448"/>
            <a:chOff x="1064413" y="4502680"/>
            <a:chExt cx="8082762" cy="651448"/>
          </a:xfrm>
        </p:grpSpPr>
        <p:pic>
          <p:nvPicPr>
            <p:cNvPr id="161" name="Google Shape;161;p22"/>
            <p:cNvPicPr preferRelativeResize="0"/>
            <p:nvPr/>
          </p:nvPicPr>
          <p:blipFill rotWithShape="1">
            <a:blip r:embed="rId3">
              <a:alphaModFix/>
            </a:blip>
            <a:srcRect b="49990" l="-3637" r="51676" t="0"/>
            <a:stretch/>
          </p:blipFill>
          <p:spPr>
            <a:xfrm>
              <a:off x="8469989" y="4502680"/>
              <a:ext cx="677187" cy="651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2"/>
            <p:cNvPicPr preferRelativeResize="0"/>
            <p:nvPr/>
          </p:nvPicPr>
          <p:blipFill rotWithShape="1">
            <a:blip r:embed="rId4">
              <a:alphaModFix/>
            </a:blip>
            <a:srcRect b="50404" l="0" r="0" t="0"/>
            <a:stretch/>
          </p:blipFill>
          <p:spPr>
            <a:xfrm flipH="1">
              <a:off x="1064413" y="4502680"/>
              <a:ext cx="1313601" cy="6514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23"/>
          <p:cNvGrpSpPr/>
          <p:nvPr/>
        </p:nvGrpSpPr>
        <p:grpSpPr>
          <a:xfrm>
            <a:off x="-3450" y="-185750"/>
            <a:ext cx="9151849" cy="5332698"/>
            <a:chOff x="-3450" y="-185750"/>
            <a:chExt cx="9151849" cy="5332698"/>
          </a:xfrm>
        </p:grpSpPr>
        <p:pic>
          <p:nvPicPr>
            <p:cNvPr id="166" name="Google Shape;166;p23"/>
            <p:cNvPicPr preferRelativeResize="0"/>
            <p:nvPr/>
          </p:nvPicPr>
          <p:blipFill rotWithShape="1">
            <a:blip r:embed="rId3">
              <a:alphaModFix/>
            </a:blip>
            <a:srcRect b="49990" l="-3634" r="49879" t="0"/>
            <a:stretch/>
          </p:blipFill>
          <p:spPr>
            <a:xfrm flipH="1">
              <a:off x="-3450" y="4608500"/>
              <a:ext cx="579067" cy="538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3"/>
            <p:cNvPicPr preferRelativeResize="0"/>
            <p:nvPr/>
          </p:nvPicPr>
          <p:blipFill rotWithShape="1">
            <a:blip r:embed="rId4">
              <a:alphaModFix/>
            </a:blip>
            <a:srcRect b="42036" l="0" r="34968" t="0"/>
            <a:stretch/>
          </p:blipFill>
          <p:spPr>
            <a:xfrm>
              <a:off x="7995488" y="4105900"/>
              <a:ext cx="1148510" cy="1023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23"/>
            <p:cNvPicPr preferRelativeResize="0"/>
            <p:nvPr/>
          </p:nvPicPr>
          <p:blipFill rotWithShape="1">
            <a:blip r:embed="rId5">
              <a:alphaModFix/>
            </a:blip>
            <a:srcRect b="0" l="69571" r="0" t="0"/>
            <a:stretch/>
          </p:blipFill>
          <p:spPr>
            <a:xfrm flipH="1">
              <a:off x="7775451" y="-185750"/>
              <a:ext cx="1372948" cy="4511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" name="Google Shape;169;p23"/>
          <p:cNvSpPr txBox="1"/>
          <p:nvPr>
            <p:ph type="title"/>
          </p:nvPr>
        </p:nvSpPr>
        <p:spPr>
          <a:xfrm>
            <a:off x="720000" y="445025"/>
            <a:ext cx="642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0" name="Google Shape;170;p23"/>
          <p:cNvSpPr txBox="1"/>
          <p:nvPr>
            <p:ph idx="1" type="subTitle"/>
          </p:nvPr>
        </p:nvSpPr>
        <p:spPr>
          <a:xfrm>
            <a:off x="719988" y="1765524"/>
            <a:ext cx="1986000" cy="10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2" type="subTitle"/>
          </p:nvPr>
        </p:nvSpPr>
        <p:spPr>
          <a:xfrm>
            <a:off x="2940176" y="1765524"/>
            <a:ext cx="1986000" cy="10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3" type="subTitle"/>
          </p:nvPr>
        </p:nvSpPr>
        <p:spPr>
          <a:xfrm>
            <a:off x="719988" y="3584901"/>
            <a:ext cx="1986000" cy="10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4" type="subTitle"/>
          </p:nvPr>
        </p:nvSpPr>
        <p:spPr>
          <a:xfrm>
            <a:off x="2940176" y="3584901"/>
            <a:ext cx="1986000" cy="10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5" type="subTitle"/>
          </p:nvPr>
        </p:nvSpPr>
        <p:spPr>
          <a:xfrm>
            <a:off x="5160362" y="1765524"/>
            <a:ext cx="1986000" cy="10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6" type="subTitle"/>
          </p:nvPr>
        </p:nvSpPr>
        <p:spPr>
          <a:xfrm>
            <a:off x="5160362" y="3584901"/>
            <a:ext cx="1986000" cy="10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idx="7" type="subTitle"/>
          </p:nvPr>
        </p:nvSpPr>
        <p:spPr>
          <a:xfrm>
            <a:off x="719988" y="1388425"/>
            <a:ext cx="1986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7" name="Google Shape;177;p23"/>
          <p:cNvSpPr txBox="1"/>
          <p:nvPr>
            <p:ph idx="8" type="subTitle"/>
          </p:nvPr>
        </p:nvSpPr>
        <p:spPr>
          <a:xfrm>
            <a:off x="2940174" y="1388425"/>
            <a:ext cx="1986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8" name="Google Shape;178;p23"/>
          <p:cNvSpPr txBox="1"/>
          <p:nvPr>
            <p:ph idx="9" type="subTitle"/>
          </p:nvPr>
        </p:nvSpPr>
        <p:spPr>
          <a:xfrm>
            <a:off x="5160360" y="1388425"/>
            <a:ext cx="1986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9" name="Google Shape;179;p23"/>
          <p:cNvSpPr txBox="1"/>
          <p:nvPr>
            <p:ph idx="13" type="subTitle"/>
          </p:nvPr>
        </p:nvSpPr>
        <p:spPr>
          <a:xfrm>
            <a:off x="719988" y="3212449"/>
            <a:ext cx="1986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0" name="Google Shape;180;p23"/>
          <p:cNvSpPr txBox="1"/>
          <p:nvPr>
            <p:ph idx="14" type="subTitle"/>
          </p:nvPr>
        </p:nvSpPr>
        <p:spPr>
          <a:xfrm>
            <a:off x="2940174" y="3212449"/>
            <a:ext cx="1986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15" type="subTitle"/>
          </p:nvPr>
        </p:nvSpPr>
        <p:spPr>
          <a:xfrm>
            <a:off x="5160360" y="3212449"/>
            <a:ext cx="1986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4"/>
          <p:cNvSpPr txBox="1"/>
          <p:nvPr>
            <p:ph type="ctrTitle"/>
          </p:nvPr>
        </p:nvSpPr>
        <p:spPr>
          <a:xfrm>
            <a:off x="715100" y="452789"/>
            <a:ext cx="42840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5" name="Google Shape;185;p24"/>
          <p:cNvSpPr txBox="1"/>
          <p:nvPr>
            <p:ph idx="1" type="subTitle"/>
          </p:nvPr>
        </p:nvSpPr>
        <p:spPr>
          <a:xfrm>
            <a:off x="715100" y="1461136"/>
            <a:ext cx="4284000" cy="11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6" name="Google Shape;186;p24"/>
          <p:cNvSpPr txBox="1"/>
          <p:nvPr/>
        </p:nvSpPr>
        <p:spPr>
          <a:xfrm>
            <a:off x="715100" y="3657453"/>
            <a:ext cx="4284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b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and includes icons by </a:t>
            </a:r>
            <a:r>
              <a:rPr b="1"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highlight>
                <a:srgbClr val="DFDEFC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25"/>
          <p:cNvGrpSpPr/>
          <p:nvPr/>
        </p:nvGrpSpPr>
        <p:grpSpPr>
          <a:xfrm>
            <a:off x="-3450" y="-185750"/>
            <a:ext cx="9151849" cy="5332698"/>
            <a:chOff x="-3450" y="-185750"/>
            <a:chExt cx="9151849" cy="5332698"/>
          </a:xfrm>
        </p:grpSpPr>
        <p:pic>
          <p:nvPicPr>
            <p:cNvPr id="190" name="Google Shape;190;p25"/>
            <p:cNvPicPr preferRelativeResize="0"/>
            <p:nvPr/>
          </p:nvPicPr>
          <p:blipFill rotWithShape="1">
            <a:blip r:embed="rId3">
              <a:alphaModFix/>
            </a:blip>
            <a:srcRect b="49990" l="-3634" r="49879" t="0"/>
            <a:stretch/>
          </p:blipFill>
          <p:spPr>
            <a:xfrm flipH="1">
              <a:off x="-3450" y="4608500"/>
              <a:ext cx="579067" cy="538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5"/>
            <p:cNvPicPr preferRelativeResize="0"/>
            <p:nvPr/>
          </p:nvPicPr>
          <p:blipFill rotWithShape="1">
            <a:blip r:embed="rId4">
              <a:alphaModFix/>
            </a:blip>
            <a:srcRect b="42036" l="0" r="34968" t="0"/>
            <a:stretch/>
          </p:blipFill>
          <p:spPr>
            <a:xfrm>
              <a:off x="7995488" y="4105900"/>
              <a:ext cx="1148510" cy="1023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25"/>
            <p:cNvPicPr preferRelativeResize="0"/>
            <p:nvPr/>
          </p:nvPicPr>
          <p:blipFill rotWithShape="1">
            <a:blip r:embed="rId5">
              <a:alphaModFix/>
            </a:blip>
            <a:srcRect b="0" l="69571" r="0" t="0"/>
            <a:stretch/>
          </p:blipFill>
          <p:spPr>
            <a:xfrm flipH="1">
              <a:off x="7775451" y="-185750"/>
              <a:ext cx="1372948" cy="4511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6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26"/>
          <p:cNvGrpSpPr/>
          <p:nvPr/>
        </p:nvGrpSpPr>
        <p:grpSpPr>
          <a:xfrm>
            <a:off x="-25852" y="0"/>
            <a:ext cx="2564777" cy="5210526"/>
            <a:chOff x="-25852" y="0"/>
            <a:chExt cx="2564777" cy="5210526"/>
          </a:xfrm>
        </p:grpSpPr>
        <p:pic>
          <p:nvPicPr>
            <p:cNvPr id="196" name="Google Shape;196;p26"/>
            <p:cNvPicPr preferRelativeResize="0"/>
            <p:nvPr/>
          </p:nvPicPr>
          <p:blipFill rotWithShape="1">
            <a:blip r:embed="rId3">
              <a:alphaModFix/>
            </a:blip>
            <a:srcRect b="49423" l="0" r="49880" t="0"/>
            <a:stretch/>
          </p:blipFill>
          <p:spPr>
            <a:xfrm flipH="1">
              <a:off x="-25852" y="2623675"/>
              <a:ext cx="2564777" cy="258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6"/>
            <p:cNvPicPr preferRelativeResize="0"/>
            <p:nvPr/>
          </p:nvPicPr>
          <p:blipFill rotWithShape="1">
            <a:blip r:embed="rId4">
              <a:alphaModFix/>
            </a:blip>
            <a:srcRect b="0" l="49290" r="0" t="0"/>
            <a:stretch/>
          </p:blipFill>
          <p:spPr>
            <a:xfrm flipH="1">
              <a:off x="-25849" y="0"/>
              <a:ext cx="1465089" cy="28889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 ExtraBold"/>
              <a:buNone/>
              <a:defRPr sz="3000">
                <a:solidFill>
                  <a:schemeClr val="dk1"/>
                </a:solidFill>
                <a:latin typeface="Sora ExtraBold"/>
                <a:ea typeface="Sora ExtraBold"/>
                <a:cs typeface="Sora ExtraBold"/>
                <a:sym typeface="Sora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 ExtraBold"/>
              <a:buNone/>
              <a:defRPr sz="3500">
                <a:solidFill>
                  <a:schemeClr val="dk1"/>
                </a:solidFill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 ExtraBold"/>
              <a:buNone/>
              <a:defRPr sz="3500">
                <a:solidFill>
                  <a:schemeClr val="dk1"/>
                </a:solidFill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 ExtraBold"/>
              <a:buNone/>
              <a:defRPr sz="3500">
                <a:solidFill>
                  <a:schemeClr val="dk1"/>
                </a:solidFill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 ExtraBold"/>
              <a:buNone/>
              <a:defRPr sz="3500">
                <a:solidFill>
                  <a:schemeClr val="dk1"/>
                </a:solidFill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 ExtraBold"/>
              <a:buNone/>
              <a:defRPr sz="3500">
                <a:solidFill>
                  <a:schemeClr val="dk1"/>
                </a:solidFill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 ExtraBold"/>
              <a:buNone/>
              <a:defRPr sz="3500">
                <a:solidFill>
                  <a:schemeClr val="dk1"/>
                </a:solidFill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 ExtraBold"/>
              <a:buNone/>
              <a:defRPr sz="3500">
                <a:solidFill>
                  <a:schemeClr val="dk1"/>
                </a:solidFill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 ExtraBold"/>
              <a:buNone/>
              <a:defRPr sz="3500">
                <a:solidFill>
                  <a:schemeClr val="dk1"/>
                </a:solidFill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7"/>
          <p:cNvPicPr preferRelativeResize="0"/>
          <p:nvPr/>
        </p:nvPicPr>
        <p:blipFill rotWithShape="1">
          <a:blip r:embed="rId3">
            <a:alphaModFix/>
          </a:blip>
          <a:srcRect b="0" l="0" r="45385" t="0"/>
          <a:stretch/>
        </p:blipFill>
        <p:spPr>
          <a:xfrm>
            <a:off x="6333541" y="0"/>
            <a:ext cx="2810460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 txBox="1"/>
          <p:nvPr>
            <p:ph type="ctrTitle"/>
          </p:nvPr>
        </p:nvSpPr>
        <p:spPr>
          <a:xfrm>
            <a:off x="715100" y="662875"/>
            <a:ext cx="4814100" cy="237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OBRIX</a:t>
            </a:r>
            <a:r>
              <a:rPr b="0" lang="en" sz="5400">
                <a:latin typeface="Sora ExtraBold"/>
                <a:ea typeface="Sora ExtraBold"/>
                <a:cs typeface="Sora ExtraBold"/>
                <a:sym typeface="Sora ExtraBold"/>
              </a:rPr>
              <a:t> </a:t>
            </a:r>
            <a:endParaRPr b="0" sz="5400">
              <a:latin typeface="Sora ExtraBold"/>
              <a:ea typeface="Sora ExtraBold"/>
              <a:cs typeface="Sora ExtraBold"/>
              <a:sym typeface="Sora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latin typeface="Sora"/>
                <a:ea typeface="Sora"/>
                <a:cs typeface="Sora"/>
                <a:sym typeface="Sora"/>
              </a:rPr>
              <a:t>Sistema de Gestión de Obras y Proyectos</a:t>
            </a:r>
            <a:endParaRPr b="1" sz="29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4" name="Google Shape;204;p27"/>
          <p:cNvSpPr txBox="1"/>
          <p:nvPr>
            <p:ph idx="1" type="subTitle"/>
          </p:nvPr>
        </p:nvSpPr>
        <p:spPr>
          <a:xfrm>
            <a:off x="2794050" y="3916450"/>
            <a:ext cx="37287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Vicente González - Nicolás Godoy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720000" y="103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Tabla de Contenido</a:t>
            </a:r>
            <a:endParaRPr/>
          </a:p>
        </p:txBody>
      </p:sp>
      <p:sp>
        <p:nvSpPr>
          <p:cNvPr id="210" name="Google Shape;210;p28"/>
          <p:cNvSpPr txBox="1"/>
          <p:nvPr>
            <p:ph idx="2" type="title"/>
          </p:nvPr>
        </p:nvSpPr>
        <p:spPr>
          <a:xfrm>
            <a:off x="2075250" y="752450"/>
            <a:ext cx="9843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01</a:t>
            </a:r>
            <a:endParaRPr sz="1300"/>
          </a:p>
        </p:txBody>
      </p:sp>
      <p:sp>
        <p:nvSpPr>
          <p:cNvPr id="211" name="Google Shape;211;p28"/>
          <p:cNvSpPr txBox="1"/>
          <p:nvPr>
            <p:ph idx="9" type="title"/>
          </p:nvPr>
        </p:nvSpPr>
        <p:spPr>
          <a:xfrm>
            <a:off x="2075250" y="2581250"/>
            <a:ext cx="9843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</a:t>
            </a:r>
            <a:r>
              <a:rPr lang="en" sz="1300"/>
              <a:t>5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12" name="Google Shape;212;p28"/>
          <p:cNvSpPr txBox="1"/>
          <p:nvPr>
            <p:ph idx="1" type="subTitle"/>
          </p:nvPr>
        </p:nvSpPr>
        <p:spPr>
          <a:xfrm>
            <a:off x="3059550" y="752450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Equipo de trabajo, integrantes y roles</a:t>
            </a:r>
            <a:endParaRPr sz="1300"/>
          </a:p>
        </p:txBody>
      </p:sp>
      <p:sp>
        <p:nvSpPr>
          <p:cNvPr id="213" name="Google Shape;213;p28"/>
          <p:cNvSpPr txBox="1"/>
          <p:nvPr>
            <p:ph idx="4" type="subTitle"/>
          </p:nvPr>
        </p:nvSpPr>
        <p:spPr>
          <a:xfrm>
            <a:off x="3059550" y="1212825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Presentación del proyecto</a:t>
            </a:r>
            <a:endParaRPr sz="13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28"/>
          <p:cNvSpPr txBox="1"/>
          <p:nvPr>
            <p:ph idx="8" type="subTitle"/>
          </p:nvPr>
        </p:nvSpPr>
        <p:spPr>
          <a:xfrm>
            <a:off x="3059550" y="2125638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Plan de trabajo</a:t>
            </a:r>
            <a:endParaRPr sz="1300"/>
          </a:p>
        </p:txBody>
      </p:sp>
      <p:sp>
        <p:nvSpPr>
          <p:cNvPr id="215" name="Google Shape;215;p28"/>
          <p:cNvSpPr txBox="1"/>
          <p:nvPr>
            <p:ph idx="3" type="title"/>
          </p:nvPr>
        </p:nvSpPr>
        <p:spPr>
          <a:xfrm>
            <a:off x="2075250" y="1200050"/>
            <a:ext cx="9843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02</a:t>
            </a:r>
            <a:endParaRPr sz="1300"/>
          </a:p>
        </p:txBody>
      </p:sp>
      <p:sp>
        <p:nvSpPr>
          <p:cNvPr id="216" name="Google Shape;216;p28"/>
          <p:cNvSpPr txBox="1"/>
          <p:nvPr>
            <p:ph idx="5" type="title"/>
          </p:nvPr>
        </p:nvSpPr>
        <p:spPr>
          <a:xfrm>
            <a:off x="2075250" y="1666850"/>
            <a:ext cx="9843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03</a:t>
            </a:r>
            <a:endParaRPr sz="1300"/>
          </a:p>
        </p:txBody>
      </p:sp>
      <p:sp>
        <p:nvSpPr>
          <p:cNvPr id="217" name="Google Shape;217;p28"/>
          <p:cNvSpPr txBox="1"/>
          <p:nvPr>
            <p:ph idx="6" type="subTitle"/>
          </p:nvPr>
        </p:nvSpPr>
        <p:spPr>
          <a:xfrm>
            <a:off x="3059550" y="1666850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Objetivos</a:t>
            </a:r>
            <a:endParaRPr sz="1300"/>
          </a:p>
        </p:txBody>
      </p:sp>
      <p:sp>
        <p:nvSpPr>
          <p:cNvPr id="218" name="Google Shape;218;p28"/>
          <p:cNvSpPr txBox="1"/>
          <p:nvPr>
            <p:ph idx="7" type="title"/>
          </p:nvPr>
        </p:nvSpPr>
        <p:spPr>
          <a:xfrm>
            <a:off x="2075250" y="2103175"/>
            <a:ext cx="9843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04</a:t>
            </a:r>
            <a:endParaRPr sz="1300"/>
          </a:p>
        </p:txBody>
      </p:sp>
      <p:sp>
        <p:nvSpPr>
          <p:cNvPr id="219" name="Google Shape;219;p28"/>
          <p:cNvSpPr txBox="1"/>
          <p:nvPr>
            <p:ph idx="13" type="subTitle"/>
          </p:nvPr>
        </p:nvSpPr>
        <p:spPr>
          <a:xfrm>
            <a:off x="3059550" y="2581250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Metodologia</a:t>
            </a:r>
            <a:endParaRPr sz="1300"/>
          </a:p>
        </p:txBody>
      </p:sp>
      <p:pic>
        <p:nvPicPr>
          <p:cNvPr id="220" name="Google Shape;220;p28"/>
          <p:cNvPicPr preferRelativeResize="0"/>
          <p:nvPr/>
        </p:nvPicPr>
        <p:blipFill rotWithShape="1">
          <a:blip r:embed="rId3">
            <a:alphaModFix/>
          </a:blip>
          <a:srcRect b="0" l="0" r="49880" t="0"/>
          <a:stretch/>
        </p:blipFill>
        <p:spPr>
          <a:xfrm>
            <a:off x="-1007425" y="1018763"/>
            <a:ext cx="2742625" cy="546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>
            <p:ph idx="9" type="title"/>
          </p:nvPr>
        </p:nvSpPr>
        <p:spPr>
          <a:xfrm>
            <a:off x="2075250" y="3495638"/>
            <a:ext cx="9843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</a:t>
            </a:r>
            <a:r>
              <a:rPr lang="en" sz="1300"/>
              <a:t>8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22" name="Google Shape;222;p28"/>
          <p:cNvSpPr txBox="1"/>
          <p:nvPr>
            <p:ph idx="13" type="subTitle"/>
          </p:nvPr>
        </p:nvSpPr>
        <p:spPr>
          <a:xfrm>
            <a:off x="3059550" y="3495638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Modelo Relacional</a:t>
            </a:r>
            <a:endParaRPr sz="1300"/>
          </a:p>
        </p:txBody>
      </p:sp>
      <p:sp>
        <p:nvSpPr>
          <p:cNvPr id="223" name="Google Shape;223;p28"/>
          <p:cNvSpPr txBox="1"/>
          <p:nvPr>
            <p:ph idx="9" type="title"/>
          </p:nvPr>
        </p:nvSpPr>
        <p:spPr>
          <a:xfrm>
            <a:off x="2075250" y="3883875"/>
            <a:ext cx="9843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</a:t>
            </a:r>
            <a:r>
              <a:rPr lang="en" sz="1300"/>
              <a:t>9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24" name="Google Shape;224;p28"/>
          <p:cNvSpPr txBox="1"/>
          <p:nvPr>
            <p:ph idx="13" type="subTitle"/>
          </p:nvPr>
        </p:nvSpPr>
        <p:spPr>
          <a:xfrm>
            <a:off x="3059550" y="3883875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Diagrama de Arquitectura</a:t>
            </a:r>
            <a:endParaRPr sz="1300"/>
          </a:p>
        </p:txBody>
      </p:sp>
      <p:sp>
        <p:nvSpPr>
          <p:cNvPr id="225" name="Google Shape;225;p28"/>
          <p:cNvSpPr txBox="1"/>
          <p:nvPr>
            <p:ph idx="9" type="title"/>
          </p:nvPr>
        </p:nvSpPr>
        <p:spPr>
          <a:xfrm>
            <a:off x="2075250" y="3038450"/>
            <a:ext cx="9843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</a:t>
            </a:r>
            <a:r>
              <a:rPr lang="en" sz="1300"/>
              <a:t>7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26" name="Google Shape;226;p28"/>
          <p:cNvSpPr txBox="1"/>
          <p:nvPr>
            <p:ph idx="13" type="subTitle"/>
          </p:nvPr>
        </p:nvSpPr>
        <p:spPr>
          <a:xfrm>
            <a:off x="3059550" y="3038450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Stack tecnologico</a:t>
            </a:r>
            <a:endParaRPr sz="1300"/>
          </a:p>
        </p:txBody>
      </p:sp>
      <p:sp>
        <p:nvSpPr>
          <p:cNvPr id="227" name="Google Shape;227;p28"/>
          <p:cNvSpPr txBox="1"/>
          <p:nvPr>
            <p:ph idx="9" type="title"/>
          </p:nvPr>
        </p:nvSpPr>
        <p:spPr>
          <a:xfrm>
            <a:off x="2075250" y="4241600"/>
            <a:ext cx="9843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28" name="Google Shape;228;p28"/>
          <p:cNvSpPr txBox="1"/>
          <p:nvPr>
            <p:ph idx="13" type="subTitle"/>
          </p:nvPr>
        </p:nvSpPr>
        <p:spPr>
          <a:xfrm>
            <a:off x="3059550" y="4241600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Mockups</a:t>
            </a:r>
            <a:endParaRPr sz="1300"/>
          </a:p>
        </p:txBody>
      </p:sp>
      <p:sp>
        <p:nvSpPr>
          <p:cNvPr id="229" name="Google Shape;229;p28"/>
          <p:cNvSpPr txBox="1"/>
          <p:nvPr>
            <p:ph idx="9" type="title"/>
          </p:nvPr>
        </p:nvSpPr>
        <p:spPr>
          <a:xfrm>
            <a:off x="2075250" y="4585100"/>
            <a:ext cx="9843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11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30" name="Google Shape;230;p28"/>
          <p:cNvSpPr txBox="1"/>
          <p:nvPr>
            <p:ph idx="13" type="subTitle"/>
          </p:nvPr>
        </p:nvSpPr>
        <p:spPr>
          <a:xfrm>
            <a:off x="3059550" y="4585100"/>
            <a:ext cx="4950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Proximos Pasos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>
            <p:ph type="title"/>
          </p:nvPr>
        </p:nvSpPr>
        <p:spPr>
          <a:xfrm>
            <a:off x="290800" y="679875"/>
            <a:ext cx="4648500" cy="15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EQUIPO DE TRABAJO, INTEGRANTES Y ROLES</a:t>
            </a:r>
            <a:endParaRPr/>
          </a:p>
        </p:txBody>
      </p:sp>
      <p:sp>
        <p:nvSpPr>
          <p:cNvPr id="236" name="Google Shape;236;p29"/>
          <p:cNvSpPr txBox="1"/>
          <p:nvPr>
            <p:ph idx="2" type="title"/>
          </p:nvPr>
        </p:nvSpPr>
        <p:spPr>
          <a:xfrm>
            <a:off x="5942325" y="3003950"/>
            <a:ext cx="2486700" cy="17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>
            <p:ph type="title"/>
          </p:nvPr>
        </p:nvSpPr>
        <p:spPr>
          <a:xfrm>
            <a:off x="510900" y="113450"/>
            <a:ext cx="468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EQUIPO DE TRABAJO</a:t>
            </a:r>
            <a:endParaRPr/>
          </a:p>
        </p:txBody>
      </p:sp>
      <p:grpSp>
        <p:nvGrpSpPr>
          <p:cNvPr id="242" name="Google Shape;242;p30"/>
          <p:cNvGrpSpPr/>
          <p:nvPr/>
        </p:nvGrpSpPr>
        <p:grpSpPr>
          <a:xfrm>
            <a:off x="6055031" y="2020240"/>
            <a:ext cx="1103015" cy="1103015"/>
            <a:chOff x="3497300" y="3227275"/>
            <a:chExt cx="296175" cy="296175"/>
          </a:xfrm>
        </p:grpSpPr>
        <p:sp>
          <p:nvSpPr>
            <p:cNvPr id="243" name="Google Shape;243;p30"/>
            <p:cNvSpPr/>
            <p:nvPr/>
          </p:nvSpPr>
          <p:spPr>
            <a:xfrm>
              <a:off x="3609925" y="3339900"/>
              <a:ext cx="69350" cy="68550"/>
            </a:xfrm>
            <a:custGeom>
              <a:rect b="b" l="l" r="r" t="t"/>
              <a:pathLst>
                <a:path extrusionOk="0" h="2742" w="2774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8050" lIns="288050" spcFirstLastPara="1" rIns="288050" wrap="square" tIns="28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6">
                <a:solidFill>
                  <a:schemeClr val="dk1"/>
                </a:solidFill>
                <a:highlight>
                  <a:schemeClr val="dk1"/>
                </a:highlight>
              </a:endParaRPr>
            </a:p>
          </p:txBody>
        </p:sp>
        <p:sp>
          <p:nvSpPr>
            <p:cNvPr id="244" name="Google Shape;244;p30"/>
            <p:cNvSpPr/>
            <p:nvPr/>
          </p:nvSpPr>
          <p:spPr>
            <a:xfrm>
              <a:off x="3531175" y="3227275"/>
              <a:ext cx="86650" cy="86675"/>
            </a:xfrm>
            <a:custGeom>
              <a:rect b="b" l="l" r="r" t="t"/>
              <a:pathLst>
                <a:path extrusionOk="0" h="3467" w="3466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8050" lIns="288050" spcFirstLastPara="1" rIns="288050" wrap="square" tIns="28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6">
                <a:solidFill>
                  <a:schemeClr val="dk1"/>
                </a:solidFill>
                <a:highlight>
                  <a:schemeClr val="dk1"/>
                </a:highlight>
              </a:endParaRPr>
            </a:p>
          </p:txBody>
        </p:sp>
        <p:sp>
          <p:nvSpPr>
            <p:cNvPr id="245" name="Google Shape;245;p30"/>
            <p:cNvSpPr/>
            <p:nvPr/>
          </p:nvSpPr>
          <p:spPr>
            <a:xfrm>
              <a:off x="3670575" y="3227275"/>
              <a:ext cx="86675" cy="86675"/>
            </a:xfrm>
            <a:custGeom>
              <a:rect b="b" l="l" r="r" t="t"/>
              <a:pathLst>
                <a:path extrusionOk="0" h="3467" w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8050" lIns="288050" spcFirstLastPara="1" rIns="288050" wrap="square" tIns="28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6">
                <a:solidFill>
                  <a:schemeClr val="dk1"/>
                </a:solidFill>
                <a:highlight>
                  <a:schemeClr val="dk1"/>
                </a:highlight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3622525" y="3421825"/>
              <a:ext cx="41775" cy="25225"/>
            </a:xfrm>
            <a:custGeom>
              <a:rect b="b" l="l" r="r" t="t"/>
              <a:pathLst>
                <a:path extrusionOk="0" h="1009" w="1671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8050" lIns="288050" spcFirstLastPara="1" rIns="288050" wrap="square" tIns="28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6">
                <a:solidFill>
                  <a:schemeClr val="dk1"/>
                </a:solidFill>
                <a:highlight>
                  <a:schemeClr val="dk1"/>
                </a:highlight>
              </a:endParaRPr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3566600" y="34163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8050" lIns="288050" spcFirstLastPara="1" rIns="288050" wrap="square" tIns="28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6">
                <a:solidFill>
                  <a:schemeClr val="dk1"/>
                </a:solidFill>
                <a:highlight>
                  <a:schemeClr val="dk1"/>
                </a:highlight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>
              <a:off x="3653250" y="34171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8050" lIns="288050" spcFirstLastPara="1" rIns="288050" wrap="square" tIns="28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6">
                <a:solidFill>
                  <a:schemeClr val="dk1"/>
                </a:solidFill>
                <a:highlight>
                  <a:schemeClr val="dk1"/>
                </a:highlight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>
              <a:off x="3655625" y="3310775"/>
              <a:ext cx="137850" cy="108700"/>
            </a:xfrm>
            <a:custGeom>
              <a:rect b="b" l="l" r="r" t="t"/>
              <a:pathLst>
                <a:path extrusionOk="0" h="4348" w="5514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8050" lIns="288050" spcFirstLastPara="1" rIns="288050" wrap="square" tIns="28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6">
                <a:solidFill>
                  <a:schemeClr val="dk1"/>
                </a:solidFill>
                <a:highlight>
                  <a:schemeClr val="dk1"/>
                </a:highlight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>
              <a:off x="3497300" y="3309975"/>
              <a:ext cx="136275" cy="108725"/>
            </a:xfrm>
            <a:custGeom>
              <a:rect b="b" l="l" r="r" t="t"/>
              <a:pathLst>
                <a:path extrusionOk="0" h="4349" w="5451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8050" lIns="288050" spcFirstLastPara="1" rIns="288050" wrap="square" tIns="288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6">
                <a:solidFill>
                  <a:schemeClr val="dk1"/>
                </a:solidFill>
                <a:highlight>
                  <a:schemeClr val="dk1"/>
                </a:highlight>
              </a:endParaRPr>
            </a:p>
          </p:txBody>
        </p:sp>
      </p:grpSp>
      <p:sp>
        <p:nvSpPr>
          <p:cNvPr id="251" name="Google Shape;251;p30"/>
          <p:cNvSpPr txBox="1"/>
          <p:nvPr/>
        </p:nvSpPr>
        <p:spPr>
          <a:xfrm>
            <a:off x="315375" y="758400"/>
            <a:ext cx="5560200" cy="3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/>
              <a:t>Product Owner (PO)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Integrante:</a:t>
            </a:r>
            <a:r>
              <a:rPr lang="en" sz="1000"/>
              <a:t> Diego Garcés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Rol en el proyecto:</a:t>
            </a:r>
            <a:r>
              <a:rPr lang="en" sz="1000"/>
              <a:t> Representante del negocio y cliente final.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/>
              <a:t>Scrum Master + Lead Backend &amp; Data Developer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Integrante:</a:t>
            </a:r>
            <a:r>
              <a:rPr lang="en" sz="1000"/>
              <a:t> Nicolás Godoy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Rol en el proyecto:</a:t>
            </a:r>
            <a:r>
              <a:rPr lang="en" sz="1000"/>
              <a:t> Liderazgo del proceso ágil y responsable de la arquitectura de datos.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/>
              <a:t>Lead UI/UX + Lead Frontend &amp; QA Developer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Integrante:</a:t>
            </a:r>
            <a:r>
              <a:rPr lang="en" sz="1000"/>
              <a:t> Vicente González</a:t>
            </a:r>
            <a:endParaRPr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Rol en el proyecto:</a:t>
            </a:r>
            <a:r>
              <a:rPr lang="en" sz="1000"/>
              <a:t> Responsable de la experiencia de usuario, interfaz y calidad general del software.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/>
          <p:nvPr>
            <p:ph type="title"/>
          </p:nvPr>
        </p:nvSpPr>
        <p:spPr>
          <a:xfrm>
            <a:off x="166625" y="1633825"/>
            <a:ext cx="5155500" cy="15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PRESENTACIÓN DEL PROYECTO</a:t>
            </a:r>
            <a:endParaRPr/>
          </a:p>
        </p:txBody>
      </p:sp>
      <p:sp>
        <p:nvSpPr>
          <p:cNvPr id="257" name="Google Shape;257;p31"/>
          <p:cNvSpPr txBox="1"/>
          <p:nvPr>
            <p:ph idx="2" type="title"/>
          </p:nvPr>
        </p:nvSpPr>
        <p:spPr>
          <a:xfrm>
            <a:off x="5942325" y="3003950"/>
            <a:ext cx="2486700" cy="17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Problematica</a:t>
            </a:r>
            <a:endParaRPr/>
          </a:p>
        </p:txBody>
      </p:sp>
      <p:sp>
        <p:nvSpPr>
          <p:cNvPr id="263" name="Google Shape;263;p32"/>
          <p:cNvSpPr txBox="1"/>
          <p:nvPr>
            <p:ph idx="2" type="subTitle"/>
          </p:nvPr>
        </p:nvSpPr>
        <p:spPr>
          <a:xfrm>
            <a:off x="1633925" y="1243875"/>
            <a:ext cx="72630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Nuestro proyecto surge a partir de una problemática presente en la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obras de construcción realizadas por trabajadores independientes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este tipo de trabajos se maneja una gran cantidad de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información, actividades, materiales, recursos y clientes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Para los trabajadores independientes, esta información suele gestionarse mediante diferentes documentos, registros y medios de comunicación, lo que dificulta el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seguimiento y control de sus obras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 puede generar dificultades en: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la información de cada obra.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Seguimiento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actividades y avances.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materiales y recursos.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Coordinación y comunicación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 los clientes.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Acceso oportuno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información actualizada.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 central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ausencia de una plataforma centralizada dificulta la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organización, seguimiento y gestión eficiente de las obras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los trabajadores independientes.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32"/>
          <p:cNvPicPr preferRelativeResize="0"/>
          <p:nvPr/>
        </p:nvPicPr>
        <p:blipFill rotWithShape="1">
          <a:blip r:embed="rId3">
            <a:alphaModFix/>
          </a:blip>
          <a:srcRect b="0" l="0" r="49880" t="0"/>
          <a:stretch/>
        </p:blipFill>
        <p:spPr>
          <a:xfrm>
            <a:off x="0" y="1966650"/>
            <a:ext cx="1593027" cy="3176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Propuesta de Solución </a:t>
            </a:r>
            <a:endParaRPr/>
          </a:p>
        </p:txBody>
      </p:sp>
      <p:sp>
        <p:nvSpPr>
          <p:cNvPr id="270" name="Google Shape;270;p33"/>
          <p:cNvSpPr txBox="1"/>
          <p:nvPr>
            <p:ph idx="2" type="subTitle"/>
          </p:nvPr>
        </p:nvSpPr>
        <p:spPr>
          <a:xfrm>
            <a:off x="1626100" y="1872050"/>
            <a:ext cx="71295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propuesta de solución desarrollamos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OBRIX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una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PWA orientada a trabajadores independientes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facilitar la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y control de sus obras de construcción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OBRIX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busca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centralizar la información en un solo lugar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permitiendo gestionar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obras, actividades, materiales y recursos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además de visualizar el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avance y estado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cada proyecto.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esta manera, la plataforma busca facilitar la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organización, el seguimiento y la coordinación con los clientes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entregando información actualizada que apoye la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y toma de decisiones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durante la ejecución de las obras.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33"/>
          <p:cNvPicPr preferRelativeResize="0"/>
          <p:nvPr/>
        </p:nvPicPr>
        <p:blipFill rotWithShape="1">
          <a:blip r:embed="rId3">
            <a:alphaModFix/>
          </a:blip>
          <a:srcRect b="0" l="0" r="49880" t="0"/>
          <a:stretch/>
        </p:blipFill>
        <p:spPr>
          <a:xfrm>
            <a:off x="0" y="1966650"/>
            <a:ext cx="1593027" cy="3176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type="title"/>
          </p:nvPr>
        </p:nvSpPr>
        <p:spPr>
          <a:xfrm>
            <a:off x="218350" y="1799400"/>
            <a:ext cx="4648500" cy="15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277" name="Google Shape;277;p34"/>
          <p:cNvSpPr txBox="1"/>
          <p:nvPr>
            <p:ph idx="2" type="title"/>
          </p:nvPr>
        </p:nvSpPr>
        <p:spPr>
          <a:xfrm>
            <a:off x="5942325" y="3003950"/>
            <a:ext cx="2486700" cy="17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type="title"/>
          </p:nvPr>
        </p:nvSpPr>
        <p:spPr>
          <a:xfrm>
            <a:off x="720000" y="445025"/>
            <a:ext cx="604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283" name="Google Shape;283;p35"/>
          <p:cNvSpPr txBox="1"/>
          <p:nvPr>
            <p:ph idx="4" type="subTitle"/>
          </p:nvPr>
        </p:nvSpPr>
        <p:spPr>
          <a:xfrm>
            <a:off x="2376900" y="1182474"/>
            <a:ext cx="4390200" cy="3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General</a:t>
            </a:r>
            <a:endParaRPr/>
          </a:p>
        </p:txBody>
      </p:sp>
      <p:sp>
        <p:nvSpPr>
          <p:cNvPr id="284" name="Google Shape;284;p35"/>
          <p:cNvSpPr txBox="1"/>
          <p:nvPr>
            <p:ph idx="5" type="subTitle"/>
          </p:nvPr>
        </p:nvSpPr>
        <p:spPr>
          <a:xfrm>
            <a:off x="2376900" y="2389089"/>
            <a:ext cx="4390200" cy="3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Especificos</a:t>
            </a:r>
            <a:endParaRPr/>
          </a:p>
        </p:txBody>
      </p:sp>
      <p:sp>
        <p:nvSpPr>
          <p:cNvPr id="285" name="Google Shape;285;p35"/>
          <p:cNvSpPr txBox="1"/>
          <p:nvPr>
            <p:ph idx="1" type="subTitle"/>
          </p:nvPr>
        </p:nvSpPr>
        <p:spPr>
          <a:xfrm>
            <a:off x="1821825" y="1441250"/>
            <a:ext cx="49452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OBRIX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una plataforma web que permita a los trabajadores independientes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centralizar y gestionar la información de sus obras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facilitando su organización, seguimiento y control.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5"/>
          <p:cNvSpPr txBox="1"/>
          <p:nvPr>
            <p:ph idx="2" type="subTitle"/>
          </p:nvPr>
        </p:nvSpPr>
        <p:spPr>
          <a:xfrm>
            <a:off x="1609800" y="2757675"/>
            <a:ext cx="51573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Centralizar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información de cada obra en un solo lugar.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las actividades, materiales y recursos asociados a las obras.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 seguimiento del avance y estado de cada obra.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coordinación y comunicación con los clientes.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Proporcionar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información actualizada para apoyar la gestión y toma de decisiones.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35"/>
          <p:cNvPicPr preferRelativeResize="0"/>
          <p:nvPr/>
        </p:nvPicPr>
        <p:blipFill rotWithShape="1">
          <a:blip r:embed="rId3">
            <a:alphaModFix/>
          </a:blip>
          <a:srcRect b="0" l="49290" r="0" t="0"/>
          <a:stretch/>
        </p:blipFill>
        <p:spPr>
          <a:xfrm>
            <a:off x="6941175" y="799725"/>
            <a:ext cx="2202823" cy="434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"/>
          <p:cNvSpPr txBox="1"/>
          <p:nvPr>
            <p:ph type="title"/>
          </p:nvPr>
        </p:nvSpPr>
        <p:spPr>
          <a:xfrm>
            <a:off x="239050" y="1459250"/>
            <a:ext cx="4648500" cy="15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 DE TRABAJO</a:t>
            </a:r>
            <a:endParaRPr/>
          </a:p>
        </p:txBody>
      </p:sp>
      <p:sp>
        <p:nvSpPr>
          <p:cNvPr id="293" name="Google Shape;293;p36"/>
          <p:cNvSpPr txBox="1"/>
          <p:nvPr>
            <p:ph idx="2" type="title"/>
          </p:nvPr>
        </p:nvSpPr>
        <p:spPr>
          <a:xfrm>
            <a:off x="5942325" y="3003950"/>
            <a:ext cx="2577900" cy="17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7"/>
          <p:cNvPicPr preferRelativeResize="0"/>
          <p:nvPr/>
        </p:nvPicPr>
        <p:blipFill rotWithShape="1">
          <a:blip r:embed="rId3">
            <a:alphaModFix/>
          </a:blip>
          <a:srcRect b="0" l="0" r="49880" t="0"/>
          <a:stretch/>
        </p:blipFill>
        <p:spPr>
          <a:xfrm flipH="1">
            <a:off x="-13803" y="1339161"/>
            <a:ext cx="1914598" cy="381814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 txBox="1"/>
          <p:nvPr>
            <p:ph idx="2" type="subTitle"/>
          </p:nvPr>
        </p:nvSpPr>
        <p:spPr>
          <a:xfrm>
            <a:off x="2191350" y="930750"/>
            <a:ext cx="4923300" cy="8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– S2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Levantamiento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del caso, actores y requerimientos.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– S5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Planificación y Diseño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Épicas, historias de usuario, Product Backlog, User Story Mapping, base de datos y arquitectura.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S6 – S16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Iterativo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 funcionalidades mediante Sprints, integración, pruebas y mejoras continuas.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S17 – S18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Validación final, documentación y preparación de la presentación.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7"/>
          <p:cNvSpPr txBox="1"/>
          <p:nvPr>
            <p:ph type="title"/>
          </p:nvPr>
        </p:nvSpPr>
        <p:spPr>
          <a:xfrm>
            <a:off x="759250" y="2172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Cronograma de Hitos Principales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/>
          <p:cNvSpPr txBox="1"/>
          <p:nvPr>
            <p:ph type="title"/>
          </p:nvPr>
        </p:nvSpPr>
        <p:spPr>
          <a:xfrm>
            <a:off x="192825" y="566575"/>
            <a:ext cx="4969500" cy="15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DM Sans"/>
                <a:ea typeface="DM Sans"/>
                <a:cs typeface="DM Sans"/>
                <a:sym typeface="DM Sans"/>
              </a:rPr>
              <a:t>Para el desarrollo del proyecto se implementó un enfoque ágil basado en el marco Scrum. El desarrollo se estructurará de forma iterativa e incremental a través de sprints semanales, permitiendo la entrega continua de módulos funcionales, la validación temprana de requisitos y la adaptación rápida ante posibles cambios.</a:t>
            </a:r>
            <a:endParaRPr/>
          </a:p>
        </p:txBody>
      </p:sp>
      <p:sp>
        <p:nvSpPr>
          <p:cNvPr id="306" name="Google Shape;306;p38"/>
          <p:cNvSpPr txBox="1"/>
          <p:nvPr>
            <p:ph idx="2" type="title"/>
          </p:nvPr>
        </p:nvSpPr>
        <p:spPr>
          <a:xfrm>
            <a:off x="5942325" y="3003950"/>
            <a:ext cx="2577900" cy="17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/>
          <p:nvPr>
            <p:ph type="title"/>
          </p:nvPr>
        </p:nvSpPr>
        <p:spPr>
          <a:xfrm>
            <a:off x="270100" y="1182300"/>
            <a:ext cx="4969200" cy="15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TECNOLOGICO</a:t>
            </a:r>
            <a:endParaRPr/>
          </a:p>
        </p:txBody>
      </p:sp>
      <p:sp>
        <p:nvSpPr>
          <p:cNvPr id="312" name="Google Shape;312;p39"/>
          <p:cNvSpPr txBox="1"/>
          <p:nvPr>
            <p:ph idx="2" type="title"/>
          </p:nvPr>
        </p:nvSpPr>
        <p:spPr>
          <a:xfrm>
            <a:off x="5942325" y="3003950"/>
            <a:ext cx="2577900" cy="17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40"/>
          <p:cNvPicPr preferRelativeResize="0"/>
          <p:nvPr/>
        </p:nvPicPr>
        <p:blipFill rotWithShape="1">
          <a:blip r:embed="rId3">
            <a:alphaModFix/>
          </a:blip>
          <a:srcRect b="42036" l="0" r="34968" t="0"/>
          <a:stretch/>
        </p:blipFill>
        <p:spPr>
          <a:xfrm>
            <a:off x="6831221" y="3092700"/>
            <a:ext cx="2317649" cy="2065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915" y="1649175"/>
            <a:ext cx="1682026" cy="144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0999" y="1558876"/>
            <a:ext cx="1682024" cy="1624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1225" y="1558875"/>
            <a:ext cx="1787256" cy="15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0"/>
          <p:cNvSpPr txBox="1"/>
          <p:nvPr/>
        </p:nvSpPr>
        <p:spPr>
          <a:xfrm>
            <a:off x="682125" y="1013475"/>
            <a:ext cx="1300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ANGULAR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2" name="Google Shape;322;p40"/>
          <p:cNvSpPr txBox="1"/>
          <p:nvPr/>
        </p:nvSpPr>
        <p:spPr>
          <a:xfrm>
            <a:off x="3921625" y="1013475"/>
            <a:ext cx="15372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NESTJS/TypeORM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3" name="Google Shape;323;p40"/>
          <p:cNvSpPr txBox="1"/>
          <p:nvPr/>
        </p:nvSpPr>
        <p:spPr>
          <a:xfrm>
            <a:off x="7161125" y="1013475"/>
            <a:ext cx="1300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POSTGRESQL</a:t>
            </a:r>
            <a:endParaRPr b="1"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"/>
          <p:cNvSpPr txBox="1"/>
          <p:nvPr>
            <p:ph type="title"/>
          </p:nvPr>
        </p:nvSpPr>
        <p:spPr>
          <a:xfrm>
            <a:off x="249425" y="1459250"/>
            <a:ext cx="4648500" cy="15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RELACIONAL</a:t>
            </a:r>
            <a:endParaRPr/>
          </a:p>
        </p:txBody>
      </p:sp>
      <p:sp>
        <p:nvSpPr>
          <p:cNvPr id="329" name="Google Shape;329;p41"/>
          <p:cNvSpPr txBox="1"/>
          <p:nvPr>
            <p:ph idx="2" type="title"/>
          </p:nvPr>
        </p:nvSpPr>
        <p:spPr>
          <a:xfrm>
            <a:off x="5942325" y="3003950"/>
            <a:ext cx="2577900" cy="17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42"/>
          <p:cNvPicPr preferRelativeResize="0"/>
          <p:nvPr/>
        </p:nvPicPr>
        <p:blipFill rotWithShape="1">
          <a:blip r:embed="rId3">
            <a:alphaModFix/>
          </a:blip>
          <a:srcRect b="-5" l="0" r="49995" t="49947"/>
          <a:stretch/>
        </p:blipFill>
        <p:spPr>
          <a:xfrm>
            <a:off x="7321550" y="0"/>
            <a:ext cx="1822449" cy="1824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100" y="741400"/>
            <a:ext cx="8543800" cy="374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/>
          <p:nvPr>
            <p:ph type="title"/>
          </p:nvPr>
        </p:nvSpPr>
        <p:spPr>
          <a:xfrm>
            <a:off x="125225" y="1459250"/>
            <a:ext cx="5217900" cy="15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ARQUITECTURA</a:t>
            </a:r>
            <a:endParaRPr/>
          </a:p>
        </p:txBody>
      </p:sp>
      <p:sp>
        <p:nvSpPr>
          <p:cNvPr id="341" name="Google Shape;341;p43"/>
          <p:cNvSpPr txBox="1"/>
          <p:nvPr>
            <p:ph idx="2" type="title"/>
          </p:nvPr>
        </p:nvSpPr>
        <p:spPr>
          <a:xfrm>
            <a:off x="5942325" y="3003950"/>
            <a:ext cx="2577900" cy="17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44"/>
          <p:cNvPicPr preferRelativeResize="0"/>
          <p:nvPr/>
        </p:nvPicPr>
        <p:blipFill rotWithShape="1">
          <a:blip r:embed="rId3">
            <a:alphaModFix/>
          </a:blip>
          <a:srcRect b="50507" l="49290" r="0" t="0"/>
          <a:stretch/>
        </p:blipFill>
        <p:spPr>
          <a:xfrm flipH="1">
            <a:off x="6950702" y="3003175"/>
            <a:ext cx="2202823" cy="2149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4"/>
          <p:cNvPicPr preferRelativeResize="0"/>
          <p:nvPr/>
        </p:nvPicPr>
        <p:blipFill rotWithShape="1">
          <a:blip r:embed="rId4">
            <a:alphaModFix/>
          </a:blip>
          <a:srcRect b="49990" l="-3634" r="49879" t="0"/>
          <a:stretch/>
        </p:blipFill>
        <p:spPr>
          <a:xfrm flipH="1">
            <a:off x="-12973" y="4153574"/>
            <a:ext cx="1078548" cy="100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4" title="Arquitectur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6750" y="217550"/>
            <a:ext cx="6681501" cy="470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"/>
          <p:cNvSpPr txBox="1"/>
          <p:nvPr>
            <p:ph type="title"/>
          </p:nvPr>
        </p:nvSpPr>
        <p:spPr>
          <a:xfrm>
            <a:off x="259750" y="1459250"/>
            <a:ext cx="4648500" cy="15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MOCKUPS</a:t>
            </a:r>
            <a:endParaRPr/>
          </a:p>
        </p:txBody>
      </p:sp>
      <p:sp>
        <p:nvSpPr>
          <p:cNvPr id="354" name="Google Shape;354;p45"/>
          <p:cNvSpPr txBox="1"/>
          <p:nvPr>
            <p:ph idx="2" type="title"/>
          </p:nvPr>
        </p:nvSpPr>
        <p:spPr>
          <a:xfrm>
            <a:off x="5942325" y="3003950"/>
            <a:ext cx="2577900" cy="17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46" title="mockup 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338" y="152400"/>
            <a:ext cx="756532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47" title="mockup panel de proyet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125" y="152400"/>
            <a:ext cx="76077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48" title="mockup formulario crear proyec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863" y="152400"/>
            <a:ext cx="755826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49" title="mockup confirmación creacion proyec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888" y="152400"/>
            <a:ext cx="757022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"/>
          <p:cNvSpPr txBox="1"/>
          <p:nvPr>
            <p:ph type="title"/>
          </p:nvPr>
        </p:nvSpPr>
        <p:spPr>
          <a:xfrm>
            <a:off x="251250" y="303025"/>
            <a:ext cx="4648500" cy="15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PROXIMOS PASOS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ra"/>
                <a:ea typeface="Sora"/>
                <a:cs typeface="Sora"/>
                <a:sym typeface="Sora"/>
              </a:rPr>
              <a:t>El siguiente paso a seguir es aterrizar más el proyecto ahora dando enfoque a los RF y los RNF, para dar paso a la definición de las historias de usuario que abordaremos en los diferentes sprint reviews el primer sprint y sus dailies para iniciar el desarrollo del software.</a:t>
            </a:r>
            <a:endParaRPr sz="13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0"/>
          <p:cNvSpPr txBox="1"/>
          <p:nvPr>
            <p:ph idx="2" type="title"/>
          </p:nvPr>
        </p:nvSpPr>
        <p:spPr>
          <a:xfrm>
            <a:off x="5942325" y="3003950"/>
            <a:ext cx="2577900" cy="17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1"/>
          <p:cNvSpPr txBox="1"/>
          <p:nvPr>
            <p:ph type="title"/>
          </p:nvPr>
        </p:nvSpPr>
        <p:spPr>
          <a:xfrm>
            <a:off x="251250" y="303025"/>
            <a:ext cx="4648500" cy="15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1"/>
          <p:cNvSpPr txBox="1"/>
          <p:nvPr>
            <p:ph idx="2" type="title"/>
          </p:nvPr>
        </p:nvSpPr>
        <p:spPr>
          <a:xfrm>
            <a:off x="5942325" y="3003950"/>
            <a:ext cx="2577900" cy="17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87" name="Google Shape;387;p51"/>
          <p:cNvSpPr txBox="1"/>
          <p:nvPr/>
        </p:nvSpPr>
        <p:spPr>
          <a:xfrm>
            <a:off x="376650" y="1240725"/>
            <a:ext cx="5277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</a:pPr>
            <a:r>
              <a:rPr b="1" lang="en" sz="1100"/>
              <a:t>OBRIX</a:t>
            </a:r>
            <a:r>
              <a:rPr lang="en" sz="1100"/>
              <a:t> busca optimizar la gestión de obras mediante la digitalización y centralización de la información.</a:t>
            </a:r>
            <a:endParaRPr sz="11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</a:pPr>
            <a:r>
              <a:rPr lang="en" sz="1100"/>
              <a:t>Permite mejorar la </a:t>
            </a:r>
            <a:r>
              <a:rPr b="1" lang="en" sz="1100"/>
              <a:t>organización, seguimiento y coordinación</a:t>
            </a:r>
            <a:r>
              <a:rPr lang="en" sz="1100"/>
              <a:t> de las actividades del proyecto.</a:t>
            </a:r>
            <a:endParaRPr sz="11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</a:pPr>
            <a:r>
              <a:rPr lang="en" sz="1100"/>
              <a:t>El uso de </a:t>
            </a:r>
            <a:r>
              <a:rPr b="1" lang="en" sz="1100"/>
              <a:t>Scrum</a:t>
            </a:r>
            <a:r>
              <a:rPr lang="en" sz="1100"/>
              <a:t> facilita un desarrollo incremental, adaptable a cambios y centrado en las necesidades de los usuarios.</a:t>
            </a:r>
            <a:endParaRPr sz="11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</a:pPr>
            <a:r>
              <a:rPr lang="en" sz="1100"/>
              <a:t>La arquitectura </a:t>
            </a:r>
            <a:r>
              <a:rPr b="1" lang="en" sz="1100"/>
              <a:t>Angular + NestJS + PostgreSQL</a:t>
            </a:r>
            <a:r>
              <a:rPr lang="en" sz="1100"/>
              <a:t> entrega una base tecnológica sólida y escalable.</a:t>
            </a:r>
            <a:endParaRPr sz="11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</a:pPr>
            <a:r>
              <a:rPr lang="en" sz="1100"/>
              <a:t>El proyecto establece una base para continuar incorporando </a:t>
            </a:r>
            <a:r>
              <a:rPr b="1" lang="en" sz="1100"/>
              <a:t>nuevas funcionalidades y mejoras</a:t>
            </a:r>
            <a:r>
              <a:rPr lang="en" sz="1100"/>
              <a:t> en futuras etapas.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En definitiva, OBRIX busca entregar una solución que facilite la gestión de obras, haciendo que la información sea más accesible, organizada y útil para la toma de decisiones. 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natomy &amp; Physiology Medical Center by Slidesgo">
  <a:themeElements>
    <a:clrScheme name="Simple Light">
      <a:dk1>
        <a:srgbClr val="17204E"/>
      </a:dk1>
      <a:lt1>
        <a:srgbClr val="FFFFFF"/>
      </a:lt1>
      <a:dk2>
        <a:srgbClr val="EFEBE9"/>
      </a:dk2>
      <a:lt2>
        <a:srgbClr val="EEEEEE"/>
      </a:lt2>
      <a:accent1>
        <a:srgbClr val="CAD0DE"/>
      </a:accent1>
      <a:accent2>
        <a:srgbClr val="ADB5CF"/>
      </a:accent2>
      <a:accent3>
        <a:srgbClr val="92A1DC"/>
      </a:accent3>
      <a:accent4>
        <a:srgbClr val="738BDE"/>
      </a:accent4>
      <a:accent5>
        <a:srgbClr val="A7CCD9"/>
      </a:accent5>
      <a:accent6>
        <a:srgbClr val="FFFFFF"/>
      </a:accent6>
      <a:hlink>
        <a:srgbClr val="17204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